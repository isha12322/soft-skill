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75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96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27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88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77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4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05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9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32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51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03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1051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2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15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09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337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15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216FD20-DD15-46DE-9CC2-13980B6B0AA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04051-BC78-4636-87B6-F62EEB536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324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572F-9C0A-E8CE-6616-E7CE599FD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CPU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2EF78-A6CF-B15D-9123-49732D72D448}"/>
              </a:ext>
            </a:extLst>
          </p:cNvPr>
          <p:cNvSpPr txBox="1"/>
          <p:nvPr/>
        </p:nvSpPr>
        <p:spPr>
          <a:xfrm>
            <a:off x="1241590" y="4777381"/>
            <a:ext cx="8652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Prepared By: Isha Kanani</a:t>
            </a:r>
          </a:p>
          <a:p>
            <a:r>
              <a:rPr lang="en-US" dirty="0"/>
              <a:t>Class: TOPS</a:t>
            </a:r>
          </a:p>
          <a:p>
            <a:r>
              <a:rPr lang="en-US" dirty="0"/>
              <a:t>Date: 3/12/2026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85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7F1E-B47A-CB7F-7710-F77488DBA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206477"/>
            <a:ext cx="9144000" cy="1032234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     Introduction to CPU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51FF6-0DB9-876C-ED85-38BB7BABD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32" y="1370115"/>
            <a:ext cx="9144000" cy="3074066"/>
          </a:xfrm>
        </p:spPr>
        <p:txBody>
          <a:bodyPr>
            <a:normAutofit fontScale="85000" lnSpcReduction="20000"/>
          </a:bodyPr>
          <a:lstStyle/>
          <a:p>
            <a:pPr algn="l"/>
            <a:endParaRPr lang="en-IN" dirty="0"/>
          </a:p>
          <a:p>
            <a:pPr algn="l"/>
            <a:r>
              <a:rPr lang="en-IN" sz="2800" b="1" dirty="0"/>
              <a:t>What is a CPU?</a:t>
            </a:r>
          </a:p>
          <a:p>
            <a:pPr algn="l"/>
            <a:endParaRPr lang="en-IN" dirty="0"/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/>
              <a:t>The CPU stands for “Central Processing Unit”.</a:t>
            </a:r>
          </a:p>
          <a:p>
            <a:pPr algn="l"/>
            <a:endParaRPr lang="en-US" dirty="0"/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/>
              <a:t>CPU is the main component of a computer that processes instructions.</a:t>
            </a:r>
          </a:p>
          <a:p>
            <a:pPr algn="l"/>
            <a:endParaRPr lang="en-US" dirty="0"/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dirty="0"/>
              <a:t>It performs calculations, runs programs, and manages all operations </a:t>
            </a:r>
          </a:p>
          <a:p>
            <a:pPr algn="l"/>
            <a:r>
              <a:rPr lang="en-US" dirty="0"/>
              <a:t>       inside the computer.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11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15C9A-6A89-ED56-A9A7-838E07F83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08" y="943897"/>
            <a:ext cx="10515600" cy="368074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Why is it called the brain of the computer?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It is called the </a:t>
            </a:r>
            <a:r>
              <a:rPr lang="en-US" i="1" dirty="0">
                <a:solidFill>
                  <a:schemeClr val="tx1"/>
                </a:solidFill>
              </a:rPr>
              <a:t>brain</a:t>
            </a:r>
            <a:r>
              <a:rPr lang="en-US" dirty="0">
                <a:solidFill>
                  <a:schemeClr val="tx1"/>
                </a:solidFill>
              </a:rPr>
              <a:t> because: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makes all decisions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controls the flow of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processes every instruction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manages all tasks performed by the computer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Just like the human brain controls the body, the CPU controls the computer.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98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4334-48B5-8274-5D0B-DD236C08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CPU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F79E5-1D0D-D191-21BC-4FEB88F33865}"/>
              </a:ext>
            </a:extLst>
          </p:cNvPr>
          <p:cNvSpPr txBox="1"/>
          <p:nvPr/>
        </p:nvSpPr>
        <p:spPr>
          <a:xfrm>
            <a:off x="838200" y="1690688"/>
            <a:ext cx="86523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 CPU has three main components:</a:t>
            </a:r>
          </a:p>
          <a:p>
            <a:endParaRPr lang="en-US" dirty="0"/>
          </a:p>
          <a:p>
            <a:r>
              <a:rPr lang="en-US" b="1" dirty="0"/>
              <a:t>1. ALU (Arithmetic Logic Unit)</a:t>
            </a:r>
            <a:r>
              <a:rPr lang="en-US" dirty="0"/>
              <a:t> – Performs mathematical and logical   operations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b="1" dirty="0"/>
              <a:t>2. CU (Control Unit)</a:t>
            </a:r>
            <a:r>
              <a:rPr lang="en-US" dirty="0"/>
              <a:t> – Controls and directs the system</a:t>
            </a:r>
          </a:p>
          <a:p>
            <a:endParaRPr lang="en-US" dirty="0"/>
          </a:p>
          <a:p>
            <a:r>
              <a:rPr lang="en-US" b="1" dirty="0"/>
              <a:t>3. Registers</a:t>
            </a:r>
            <a:r>
              <a:rPr lang="en-US" dirty="0"/>
              <a:t> – Small, fast storage areas inside the CPU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8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E6D3-C006-FB11-9F7D-DF7B240A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ALU (Arithmetic Logic Unit)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F1073-C955-EBF0-0AE4-994D05933A06}"/>
              </a:ext>
            </a:extLst>
          </p:cNvPr>
          <p:cNvSpPr txBox="1"/>
          <p:nvPr/>
        </p:nvSpPr>
        <p:spPr>
          <a:xfrm>
            <a:off x="838200" y="1690688"/>
            <a:ext cx="86523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ALU – Arithmetic Logic Unit</a:t>
            </a:r>
          </a:p>
          <a:p>
            <a:endParaRPr lang="en-US" b="1" dirty="0"/>
          </a:p>
          <a:p>
            <a:r>
              <a:rPr lang="en-US" dirty="0"/>
              <a:t>Performs arithmetic operations like addition, subtraction, multiplication, division</a:t>
            </a:r>
          </a:p>
          <a:p>
            <a:endParaRPr lang="en-US" dirty="0"/>
          </a:p>
          <a:p>
            <a:r>
              <a:rPr lang="en-US" dirty="0"/>
              <a:t>Performs logical operations like comparing numbers</a:t>
            </a:r>
          </a:p>
          <a:p>
            <a:endParaRPr lang="en-US" dirty="0"/>
          </a:p>
          <a:p>
            <a:r>
              <a:rPr lang="en-US" dirty="0"/>
              <a:t>Helps the CPU make decisions based on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0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D0EA-FBBB-1D5A-819E-7DE39BC7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 (Control Unit)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2EE9B-A000-E66D-3AA0-75AD53971318}"/>
              </a:ext>
            </a:extLst>
          </p:cNvPr>
          <p:cNvSpPr txBox="1"/>
          <p:nvPr/>
        </p:nvSpPr>
        <p:spPr>
          <a:xfrm>
            <a:off x="828368" y="1690688"/>
            <a:ext cx="86523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Control Unit (CU)</a:t>
            </a:r>
          </a:p>
          <a:p>
            <a:endParaRPr lang="en-US" b="1" dirty="0"/>
          </a:p>
          <a:p>
            <a:r>
              <a:rPr lang="en-US" dirty="0"/>
              <a:t>Controls the working of CPU</a:t>
            </a:r>
          </a:p>
          <a:p>
            <a:endParaRPr lang="en-US" dirty="0"/>
          </a:p>
          <a:p>
            <a:r>
              <a:rPr lang="en-US" dirty="0"/>
              <a:t>Tells computer parts what to do and when</a:t>
            </a:r>
          </a:p>
          <a:p>
            <a:endParaRPr lang="en-US" dirty="0"/>
          </a:p>
          <a:p>
            <a:r>
              <a:rPr lang="en-US" dirty="0"/>
              <a:t>Manages the flow of instructions</a:t>
            </a:r>
          </a:p>
          <a:p>
            <a:endParaRPr lang="en-US" dirty="0"/>
          </a:p>
          <a:p>
            <a:r>
              <a:rPr lang="en-US" dirty="0"/>
              <a:t>Ensures all tasks are done in proper order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6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C440-618E-0095-4866-67DB2B45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40" y="322469"/>
            <a:ext cx="10515600" cy="973701"/>
          </a:xfrm>
        </p:spPr>
        <p:txBody>
          <a:bodyPr>
            <a:normAutofit/>
          </a:bodyPr>
          <a:lstStyle/>
          <a:p>
            <a:r>
              <a:rPr lang="en-US" sz="4400" dirty="0"/>
              <a:t>Registers</a:t>
            </a:r>
            <a:endParaRPr lang="en-IN" sz="440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7FE829C-EBD5-5641-B166-FDC8BB75D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3829" y="1673826"/>
            <a:ext cx="54233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small and very fast memory inside the CPU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data temporarily during processing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improve the speed of the CPU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6EB332-41BC-D186-250B-DD651FAB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90" y="1875353"/>
            <a:ext cx="10048567" cy="229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9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B0E2-5AB4-2BEA-21C6-0F62EE37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CPU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4CAA3-9A15-8FEE-D7F2-3FF6BA7161DE}"/>
              </a:ext>
            </a:extLst>
          </p:cNvPr>
          <p:cNvSpPr txBox="1"/>
          <p:nvPr/>
        </p:nvSpPr>
        <p:spPr>
          <a:xfrm>
            <a:off x="838200" y="1690688"/>
            <a:ext cx="86523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Fetch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    CPU collects the instruction from memory</a:t>
            </a:r>
          </a:p>
          <a:p>
            <a:endParaRPr lang="en-US" dirty="0"/>
          </a:p>
          <a:p>
            <a:r>
              <a:rPr lang="en-US" b="1" dirty="0"/>
              <a:t>2. Decode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    CPU understands what the instruction means</a:t>
            </a:r>
          </a:p>
          <a:p>
            <a:endParaRPr lang="en-US" dirty="0"/>
          </a:p>
          <a:p>
            <a:r>
              <a:rPr lang="en-US" b="1" dirty="0"/>
              <a:t>3. Execute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    CPU performs the required operation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     This cycle repeats millions of times per second.</a:t>
            </a:r>
          </a:p>
        </p:txBody>
      </p:sp>
    </p:spTree>
    <p:extLst>
      <p:ext uri="{BB962C8B-B14F-4D97-AF65-F5344CB8AC3E}">
        <p14:creationId xmlns:p14="http://schemas.microsoft.com/office/powerpoint/2010/main" val="2398998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8105-79DE-0FC7-2F55-317C9A21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75" y="167148"/>
            <a:ext cx="10515600" cy="1042527"/>
          </a:xfrm>
        </p:spPr>
        <p:txBody>
          <a:bodyPr>
            <a:normAutofit/>
          </a:bodyPr>
          <a:lstStyle/>
          <a:p>
            <a:r>
              <a:rPr lang="en-IN" sz="4400" dirty="0"/>
              <a:t>Types of CPUs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FD84A11-8DB7-ABA2-B65F-7B2B53E35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827" y="1500648"/>
            <a:ext cx="637866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One processing core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Two 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Quad-core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Four 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Octa-core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Eight cores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cores allow better multitasking and faster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75600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4AFB-6486-B47F-FDC3-A9B0E27A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76" y="196645"/>
            <a:ext cx="10515600" cy="983533"/>
          </a:xfrm>
        </p:spPr>
        <p:txBody>
          <a:bodyPr>
            <a:normAutofit/>
          </a:bodyPr>
          <a:lstStyle/>
          <a:p>
            <a:r>
              <a:rPr lang="en-IN" sz="4400" dirty="0"/>
              <a:t>CPU Performance Factors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0A58F74-EE8E-80C1-E4CE-DCC1243E6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158" y="1277654"/>
            <a:ext cx="813573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 Speed: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Measured in GHz, higher speed = faster CPU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 Memory: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frequently used data for quick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Cores: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cores = more tasks at the same 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Virtual cores that improve multitasking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32-bit or 64-bit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30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4554-8816-5B72-A3C8-9927044A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3305A-234F-4EC5-1EB2-63B789365ACB}"/>
              </a:ext>
            </a:extLst>
          </p:cNvPr>
          <p:cNvSpPr txBox="1"/>
          <p:nvPr/>
        </p:nvSpPr>
        <p:spPr>
          <a:xfrm>
            <a:off x="838200" y="1690688"/>
            <a:ext cx="86523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CPU is the heart and brain of a computer.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It processes instructions, manages operations, and controls all tasks.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 faster CPU means better system performance.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Understanding the CPU helps in choosing the right computer.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243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63B09-5887-D4F4-0F97-DC572AC4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749" y="2497394"/>
            <a:ext cx="8825657" cy="1258529"/>
          </a:xfrm>
        </p:spPr>
        <p:txBody>
          <a:bodyPr/>
          <a:lstStyle/>
          <a:p>
            <a:pPr algn="ctr"/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95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241</TotalTime>
  <Words>422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Courier New</vt:lpstr>
      <vt:lpstr>Wingdings</vt:lpstr>
      <vt:lpstr>Wingdings 3</vt:lpstr>
      <vt:lpstr>Ion</vt:lpstr>
      <vt:lpstr>CPU</vt:lpstr>
      <vt:lpstr>     Introduction to CPU</vt:lpstr>
      <vt:lpstr>PowerPoint Presentation</vt:lpstr>
      <vt:lpstr>Components of CPU</vt:lpstr>
      <vt:lpstr>ALU (Arithmetic Logic Unit)</vt:lpstr>
      <vt:lpstr>CU (Control Unit)</vt:lpstr>
      <vt:lpstr>Registers</vt:lpstr>
      <vt:lpstr>CPU Operations</vt:lpstr>
      <vt:lpstr>Types of CPUs</vt:lpstr>
      <vt:lpstr>CPU Performance Factors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kanani</dc:creator>
  <cp:lastModifiedBy>Isha kanani</cp:lastModifiedBy>
  <cp:revision>12</cp:revision>
  <dcterms:created xsi:type="dcterms:W3CDTF">2025-12-05T08:21:42Z</dcterms:created>
  <dcterms:modified xsi:type="dcterms:W3CDTF">2026-01-02T21:39:24Z</dcterms:modified>
</cp:coreProperties>
</file>